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449437"/>
            <a:ext cx="8290661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6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Test Presentation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360206" y="3341638"/>
            <a:ext cx="44235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Factory Pipeline Verification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43025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LibreOffice Integration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1850975"/>
            <a:ext cx="829066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LibreOffice 25.8.4.2 provides powerful document conversion capabilities for the File Factory pipeline.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785467"/>
            <a:ext cx="8128099" cy="146268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PPTX presentations to PDF format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operation for automated workflows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rendering preservation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compatibility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43025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Poppler PDF Processing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1850975"/>
            <a:ext cx="829066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Poppler 25.07.0 converts PDF documents to high-quality images for thumbnail generation.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785467"/>
            <a:ext cx="8128099" cy="146268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PDF pages to JPEG images via pdftoppm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resolution (DPI) settings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multiple pages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memory usage for large documents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43025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829066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Image Processing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1850975"/>
            <a:ext cx="8290661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Pillow 12.1.0 handles image manipulation and creates thumbnail grids from individual slide images.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785467"/>
            <a:ext cx="8128099" cy="146268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multiple images into grid layouts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Resizes and crops images efficiently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various image formats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visually appealing thumbnail previews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1558" y="1304776"/>
            <a:ext cx="3640884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6400" b="1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85800" y="2619226"/>
            <a:ext cx="7772400" cy="121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 is now functional. LibreOffice, Poppler, and Pillow work together seamlessly to generate presentation thumbnails.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Test Presentation</dc:title>
  <dc:subject>PptxGenJS Presentation</dc:subject>
  <dc:creator>File Factory Test</dc:creator>
  <cp:lastModifiedBy>File Factory Test</cp:lastModifiedBy>
  <cp:revision>1</cp:revision>
  <dcterms:created xsi:type="dcterms:W3CDTF">2026-01-03T04:24:32Z</dcterms:created>
  <dcterms:modified xsi:type="dcterms:W3CDTF">2026-01-03T04:24:32Z</dcterms:modified>
</cp:coreProperties>
</file>